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giảng về Redis và NoSQL Database. Hôm nay chúng ta sẽ tìm hiểu lý thuyết nền tảng về NoSQL từ Chương 3, sau đó thực hành trực tiếp với Redis.</a:t>
            </a:r>
          </a:p>
          <a:p>
            <a:r>
              <a:rPr lang="zh-CN" dirty="0"/>
              <a:t>Yếu điểm: ① Giới thiệu bài giảng ② Mục tiêu buổi học</a:t>
            </a:r>
          </a:p>
          <a:p>
            <a:r>
              <a:rPr lang="zh-CN" dirty="0"/>
              <a:t>Thời lượng: 1 phút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Trước tiên, hãy xem tổng quan nội dung hôm nay. Bài giảng gồm 4 phần chính: lý thuyết NoSQL cơ bản, lý thuyết nâng cao, cài đặt phần mềm Redis, và demo thực hành.</a:t>
            </a:r>
          </a:p>
          <a:p>
            <a:r>
              <a:rPr lang="zh-CN" dirty="0"/>
              <a:t>Yếu điểm: ① 4 phần nội dung ② Thời lượng khoảng 60 phút</a:t>
            </a:r>
          </a:p>
          <a:p>
            <a:r>
              <a:rPr lang="zh-CN" dirty="0"/>
              <a:t>Thời lượng: 1 phút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Bắt đầu với phần 1 — NoSQL là gì? NoSQL không phải "No SQL" mà là "Not Only SQL". Đây là một lớp CSDL không theo mô hình quan hệ, thiết kế cho dữ liệu lớn và đa dạng. Có 4 loại chính, và Redis thuộc loại Key-Value Store — đơn giản nhất nhưng hiệu quả nhất.</a:t>
            </a:r>
          </a:p>
          <a:p>
            <a:r>
              <a:rPr lang="zh-CN" dirty="0"/>
              <a:t>Yếu điểm: ① NoSQL = Not Only SQL ② 4 loại: Key-Value, Column, Document, Graph ③ Redis = Key-Value + CP</a:t>
            </a:r>
          </a:p>
          <a:p>
            <a:r>
              <a:rPr lang="zh-CN" dirty="0"/>
              <a:t>Thời lượng: 3 phút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Vậy tại sao cần NoSQL? Hãy xem hạn chế của RDBMS truyền thống bên trái — chỉ xử lý dữ liệu có cấu trúc, mở rộng đắt đỏ, schema cứng nhắc. Bên phải là ưu điểm của NoSQL và đặc biệt là Redis — tốc độ cực nhanh do lưu trên RAM, độ trễ micro giây.</a:t>
            </a:r>
          </a:p>
          <a:p>
            <a:r>
              <a:rPr lang="zh-CN" dirty="0"/>
              <a:t>Yếu điểm: ① Hạn chế RDBMS ② Ưu điểm NoSQL ③ Lý do chọn Redis</a:t>
            </a:r>
          </a:p>
          <a:p>
            <a:r>
              <a:rPr lang="zh-CN" dirty="0"/>
              <a:t>Thời lượng: 3 phút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đến phần quan trọng — Định lý CAP. Do Eric Brewer đề xuất, định lý nói rằng một hệ phân tán chỉ có thể đạt 2 trong 3 tính chất: Consistency, Availability, và Partition Tolerance. Redis thuộc nhóm CP — ưu tiên nhất quán và chịu lỗi phân vùng.</a:t>
            </a:r>
          </a:p>
          <a:p>
            <a:r>
              <a:rPr lang="zh-CN" dirty="0"/>
              <a:t>Yếu điểm: ① C, A, P là gì ② Chỉ đạt 2/3 ③ Redis = CP</a:t>
            </a:r>
          </a:p>
          <a:p>
            <a:r>
              <a:rPr lang="zh-CN" dirty="0"/>
              <a:t>Thời lượng: 4 phút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Hãy xem cụ thể hơn — database nào thuộc nhóm nào. CA gồm các RDBMS truyền thống. CP có Redis, MongoDB, HBase. AP có Cassandra, DynamoDB — ưu tiên khả dụng. Lưu ý Redis được đánh dấu đỏ ở nhóm CP.</a:t>
            </a:r>
          </a:p>
          <a:p>
            <a:r>
              <a:rPr lang="zh-CN" dirty="0"/>
              <a:t>Yếu điểm: ① CA = RDBMS ② CP = Redis, MongoDB ③ AP = Cassandra</a:t>
            </a:r>
          </a:p>
          <a:p>
            <a:r>
              <a:rPr lang="zh-CN" dirty="0"/>
              <a:t>Thời lượng: 2 phút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Tiếp theo là ACID — 4 tính chất đảm bảo giao dịch tin cậy. Atomicity — tất cả hoặc không. Consistency — luôn nhất quán. Isolation — cô lập giữa các giao dịch. Durability — bền vững sau commit.</a:t>
            </a:r>
          </a:p>
          <a:p>
            <a:r>
              <a:rPr lang="zh-CN" dirty="0"/>
              <a:t>Yếu điểm: ① A-C-I-D giải thích ② Ví dụ cho mỗi tính chất</a:t>
            </a:r>
          </a:p>
          <a:p>
            <a:r>
              <a:rPr lang="zh-CN" dirty="0"/>
              <a:t>Thời lượng: 3 phút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ACID giữa RDBMS và Redis. RDBMS đảm bảo đầy đủ cả 4 tính chất. Redis hỗ trợ một phần — Atomicity qua MULTI/EXEC, Isolation tự nhiên nhờ single-threaded, Durability tùy chọn RDB/AOF. Redis theo mô hình BASE thay vì ACID.</a:t>
            </a:r>
          </a:p>
          <a:p>
            <a:r>
              <a:rPr lang="zh-CN" dirty="0"/>
              <a:t>Yếu điểm: ① RDBMS = full ACID ② Redis = partial ACID ③ Redis dùng BASE</a:t>
            </a:r>
          </a:p>
          <a:p>
            <a:r>
              <a:rPr lang="zh-CN" dirty="0"/>
              <a:t>Thời lượng: 3 phút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Và đây là BASE — mô hình đối lập với ACID. BA = Basically Available — luôn sẵn sàng. S = Soft State — dữ liệu có thể chưa đồng bộ ngay. E = Eventual Consistency — cuối cùng sẽ nhất quán. Mỗi tính chất đều có ví dụ cụ thể với Redis.</a:t>
            </a:r>
          </a:p>
          <a:p>
            <a:r>
              <a:rPr lang="zh-CN" dirty="0"/>
              <a:t>Yếu điểm: ① BA, S, E giải thích ② Ví dụ Redis cho mỗi tính chất</a:t>
            </a:r>
          </a:p>
          <a:p>
            <a:r>
              <a:rPr lang="zh-CN" dirty="0"/>
              <a:t>Thời lượng: 3 phút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trực tiếp ACID và BASE. ACID nhất quán ngay, bi quan, cứng nhắc, mở rộng dọc. BASE eventual consistency, lạc quan, linh hoạt, mở rộng ngang. Mỗi mô hình phù hợp cho các bài toán khác nhau.</a:t>
            </a:r>
          </a:p>
          <a:p>
            <a:r>
              <a:rPr lang="zh-CN" dirty="0"/>
              <a:t>Yếu điểm: ① 5 điểm so sánh ② Khi nào dùng ACID vs BASE</a:t>
            </a:r>
          </a:p>
          <a:p>
            <a:r>
              <a:rPr lang="zh-CN" dirty="0"/>
              <a:t>Thời lượng: 2 phút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so sánh chi tiết NoSQL vs RDBMS theo 7 tiêu chí. Đây là kiến thức nền tảng quan trọng — hãy ghi nhớ sự khác biệt về cấu trúc, transaction, và khả năng mở rộng.</a:t>
            </a:r>
          </a:p>
          <a:p>
            <a:r>
              <a:rPr lang="zh-CN" dirty="0"/>
              <a:t>Yếu điểm: ① 7 tiêu chí so sánh ② Điểm mạnh mỗi bên</a:t>
            </a:r>
          </a:p>
          <a:p>
            <a:r>
              <a:rPr lang="zh-CN" dirty="0"/>
              <a:t>Thời lượng: 2 phút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4 loại NoSQL — Key-Value (Redis), Column-Store (Cassandra), Document (MongoDB), Graph (Neo4J). Mỗi loại phù hợp cho bài toán khác nhau. Redis là Key-Value — đơn giản nhất, nhanh nhất, đa dụng nhất.</a:t>
            </a:r>
          </a:p>
          <a:p>
            <a:r>
              <a:rPr lang="zh-CN" dirty="0"/>
              <a:t>Yếu điểm: ① 4 loại NoSQL ② Redis = Key-Value Store ③ Ứng dụng mỗi loại</a:t>
            </a:r>
          </a:p>
          <a:p>
            <a:r>
              <a:rPr lang="zh-CN" dirty="0"/>
              <a:t>Thời lượng: 3 phút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Khi nào dùng Redis, khi nào dùng RDBMS? Redis phù hợp cho cache, session, real-time, ranking. RDBMS phù hợp cho giao dịch tài chính, dữ liệu quan hệ phức tạp, kiểm toán.</a:t>
            </a:r>
          </a:p>
          <a:p>
            <a:r>
              <a:rPr lang="zh-CN" dirty="0"/>
              <a:t>Yếu điểm: ① 6 trường hợp dùng Redis ② 5 trường hợp dùng RDBMS</a:t>
            </a:r>
          </a:p>
          <a:p>
            <a:r>
              <a:rPr lang="zh-CN" dirty="0"/>
              <a:t>Thời lượng: 2 phút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Sang phần 3 — Cài đặt Redis. Cách đơn giản nhất là dùng Docker. 3 bước: cài Docker Desktop, pull và run Redis container, kết nối bằng redis-cli. Khi thấy PONG là thành công.</a:t>
            </a:r>
          </a:p>
          <a:p>
            <a:r>
              <a:rPr lang="zh-CN" dirty="0"/>
              <a:t>Yếu điểm: ① 3 bước cài đặt ② docker run command ③ PING → PONG</a:t>
            </a:r>
          </a:p>
          <a:p>
            <a:r>
              <a:rPr lang="zh-CN" dirty="0"/>
              <a:t>Thời lượng: 3 phút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Ngoài Docker, các bạn có thể cài trực tiếp trên WSL2, macOS bằng Homebrew, hoặc Linux bằng apt. Lệnh đều đơn giản.</a:t>
            </a:r>
          </a:p>
          <a:p>
            <a:r>
              <a:rPr lang="zh-CN" dirty="0"/>
              <a:t>Yếu điểm: ① WSL2 cho Windows ② Homebrew cho macOS ③ apt cho Linux</a:t>
            </a:r>
          </a:p>
          <a:p>
            <a:r>
              <a:rPr lang="zh-CN" dirty="0"/>
              <a:t>Thời lượng: 2 phút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Để làm việc dễ dàng hơn, dùng GUI tools. RedisInsight là công cụ chính thức miễn phí. Bên phải là cấu hình redis.conf — port, mật khẩu, giới hạn RAM, persistence.</a:t>
            </a:r>
          </a:p>
          <a:p>
            <a:r>
              <a:rPr lang="zh-CN" dirty="0"/>
              <a:t>Yếu điểm: ① RedisInsight ② redis.conf cấu hình quan trọng</a:t>
            </a:r>
          </a:p>
          <a:p>
            <a:r>
              <a:rPr lang="zh-CN" dirty="0"/>
              <a:t>Thời lượng: 2 phút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sang phần demo! Redis hỗ trợ 5 kiểu dữ liệu chính: String, Hash, List, Set, và Sorted Set. Mỗi kiểu phù hợp cho bài toán khác nhau.</a:t>
            </a:r>
          </a:p>
          <a:p>
            <a:r>
              <a:rPr lang="zh-CN" dirty="0"/>
              <a:t>Yếu điểm: ① 5 kiểu dữ liệu ② Ứng dụng mỗi kiểu ③ Lệnh chính</a:t>
            </a:r>
          </a:p>
          <a:p>
            <a:r>
              <a:rPr lang="zh-CN" dirty="0"/>
              <a:t>Thời lượng: 2 phút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String — kiểu cơ bản nhất. SET/GET để lưu và đọc. EX để đặt thời gian hết hạn. INCR/DECRBY để tăng giảm số. MSET/MGET để thao tác nhiều key cùng lúc.</a:t>
            </a:r>
          </a:p>
          <a:p>
            <a:r>
              <a:rPr lang="zh-CN" dirty="0"/>
              <a:t>Yếu điểm: ① SET/GET cơ bản ② TTL hết hạn ③ INCR đếm ④ MSET/MGET</a:t>
            </a:r>
          </a:p>
          <a:p>
            <a:r>
              <a:rPr lang="zh-CN" dirty="0"/>
              <a:t>Thời lượng: 3 phút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Hash — lưu trữ object tương tự row trong RDBMS. HSET tạo nhiều field cùng lúc. HGETALL lấy tất cả. HINCRBY tăng giá trị số trong field. Rất hữu ích cho user profile, product info.</a:t>
            </a:r>
          </a:p>
          <a:p>
            <a:r>
              <a:rPr lang="zh-CN" dirty="0"/>
              <a:t>Yếu điểm: ① HSET/HGET/HGETALL ② So sánh với RDBMS row ③ HINCRBY</a:t>
            </a:r>
          </a:p>
          <a:p>
            <a:r>
              <a:rPr lang="zh-CN" dirty="0"/>
              <a:t>Thời lượng: 3 phút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List — danh sách có thứ tự. LPUSH thêm đầu, RPUSH thêm cuối. LPOP/RPOP lấy và xóa. Ứng dụng quan trọng nhất là Message Queue — Producer RPUSH, Consumer LPOP.</a:t>
            </a:r>
          </a:p>
          <a:p>
            <a:r>
              <a:rPr lang="zh-CN" dirty="0"/>
              <a:t>Yếu điểm: ① LPUSH/RPUSH ② LPOP/RPOP ③ Message Queue FIFO</a:t>
            </a:r>
          </a:p>
          <a:p>
            <a:r>
              <a:rPr lang="zh-CN" dirty="0"/>
              <a:t>Thời lượng: 3 phút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Set không trùng lặp — dùng cho tags, unique visitors. Phép toán SINTER (giao), SUNION (hợp), SDIFF (hiệu). Sorted Set thêm điểm số — hoàn hảo cho leaderboard, bảng xếp hạng.</a:t>
            </a:r>
          </a:p>
          <a:p>
            <a:r>
              <a:rPr lang="zh-CN" dirty="0"/>
              <a:t>Yếu điểm: ① Set và phép toán tập hợp ② Sorted Set cho ranking ③ ZREVRANGE top N</a:t>
            </a:r>
          </a:p>
          <a:p>
            <a:r>
              <a:rPr lang="zh-CN" dirty="0"/>
              <a:t>Thời lượng: 3 phút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Pub/Sub — messaging real-time giữa publisher và subscriber. Transaction MULTI/EXEC — nhóm lệnh thực thi atomic, giống chuyển tiền từ A sang B.</a:t>
            </a:r>
          </a:p>
          <a:p>
            <a:r>
              <a:rPr lang="zh-CN" dirty="0"/>
              <a:t>Yếu điểm: ① Pub/Sub messaging ② MULTI/EXEC transaction ③ Atomic execution</a:t>
            </a:r>
          </a:p>
          <a:p>
            <a:r>
              <a:rPr lang="zh-CN" dirty="0"/>
              <a:t>Thời lượng: 3 phút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3 ứng dụng thực tế phổ biến nhất. Session Store — lưu session với TTL. Rate Limiting — giới hạn request bằng INCR + EXPIRE. Cache Query — giảm tải database bằng cache.</a:t>
            </a:r>
          </a:p>
          <a:p>
            <a:r>
              <a:rPr lang="zh-CN" dirty="0"/>
              <a:t>Yếu điểm: ① Session Store ② Rate Limiting ③ Cache Query</a:t>
            </a:r>
          </a:p>
          <a:p>
            <a:r>
              <a:rPr lang="zh-CN" dirty="0"/>
              <a:t>Thời lượng: 3 phút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tổng kết tất cả lệnh Redis quan trọng — 9 nhóm, hơn 40 lệnh. Đây là tài liệu tham khảo nhanh khi làm việc với Redis.</a:t>
            </a:r>
          </a:p>
          <a:p>
            <a:r>
              <a:rPr lang="zh-CN" dirty="0"/>
              <a:t>Yếu điểm: ① 9 nhóm lệnh ② Lệnh chính mỗi nhóm ③ Chức năng</a:t>
            </a:r>
          </a:p>
          <a:p>
            <a:r>
              <a:rPr lang="zh-CN" dirty="0"/>
              <a:t>Thời lượng: 2 phút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Cuối cùng là câu hỏi ôn tập. 7 câu hỏi bao phủ toàn bộ nội dung hôm nay. Cảm ơn các bạn đã tham gia buổi học!</a:t>
            </a:r>
          </a:p>
          <a:p>
            <a:r>
              <a:rPr lang="zh-CN" dirty="0"/>
              <a:t>Yếu điểm: ① 7 câu hỏi ôn tập ② Q&amp;A</a:t>
            </a:r>
          </a:p>
          <a:p>
            <a:r>
              <a:rPr lang="zh-CN" dirty="0"/>
              <a:t>Thời lượng: 2 phút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sv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sv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sv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8.sv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9.sv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0.sv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1.sv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2.sv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3.sv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4.svg"/>
  <Relationship Id="rId3"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5.svg"/>
  <Relationship Id="rId3"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